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Next-Generation Digital Banking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Unified Platform for Modern Financial Services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Team Members: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[Student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[Student 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[Student 3]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[Student 4]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[Student 5]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Course: [Course Name]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Guide: [Guide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Welcome to our project: a modern, comprehensive Banking System.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Bridges the gap between traditional banking and modern fintech.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Consolidates everyday banking, wealth management, Forex, and utility payments.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Goal: Empower users with complete control over their financial lifecycle.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Fragmented Experience: Juggling multiple apps for banking, investments, and bills.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Tedious Onboarding: Traditional KYC processes are manual and slow.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Lack of Financial Visibility: No real-time, consolidated insights into spending.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Legacy Architectures: Existing interfaces are slow and not user-centric.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 a highly secure, full-stack digital banking web application.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Streamline onboarding with automated KYC upload and verification.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Provide dedicated modules for Forex, Wealth Management, and Fixed Deposits.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Create a dedicated Admin Dashboard to monitor and manage user accounts.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Existing vs. Proposed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Existing System: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Branch visits for KYC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Siloed data (cards, forex, core separated)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Clunky UX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4114800" cy="0"/>
          </a:xfrm>
          <a:prstGeom prst="rect">
            <a:avLst/>
          </a:prstGeom>
          <a:solidFill>
            <a:srgbClr val="E6F0F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Proposed Banking System: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- 100% digital KYC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Unified dashboard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Real-time processing via modern APIs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Frontend: Single Page Application (SPA) using React.js and Vite.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Backend: Java and Spring Boot (MVC pattern).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Security Layer: Spring Security and robust CORS configuration.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Processing: Spring Batch for secure background transactions.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Working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Requirements &amp; Design: Mapped out user journeys.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Frontend Development: Created modular React components.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Backend Implementation: Developed secure Spring Boot endpoints.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Integration &amp; Testing: Connected React frontend with backend APIs.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Key System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Core Banking: Secure transfers and passbooks.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 Savings: 'Pots' and Fixed Deposit management.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Global &amp; Wealth Tools: Live Forex and Wealth Management.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Card &amp; Utility: Manage credit cards and pay bills.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Admin Controls: Centralized dashboard for staff.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Frontend: React.js, Vite, HTML5, CSS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Backend: Java 17+, Spring Boot, Spring Web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Security: Spring Security, Spring Batch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Build Tools: NPM &amp; Maven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AI Financial Assistant: Machine learning for personalized advice.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Mobile Application: React Native for iOS and Android.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Blockchain Integration: Decentralized ledgers for Forex.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</a:rPr>
              <a:t>We are now open to taking deposits of feedback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</a:rPr>
              <a:t>and withdrawing any questions you might have!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2026-04-19T14:14:13Z</dcterms:created>
  <dcterms:modified xsi:type="dcterms:W3CDTF">2026-04-19T14:14:13Z</dcterms:modified>
</cp:coreProperties>
</file>